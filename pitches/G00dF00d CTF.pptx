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1" d="100"/>
          <a:sy n="41" d="100"/>
        </p:scale>
        <p:origin x="8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1D98-2965-44DF-A178-13FBBE6F2FC1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36C1-E9BF-4761-903A-333B7D8679BC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827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1D98-2965-44DF-A178-13FBBE6F2FC1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36C1-E9BF-4761-903A-333B7D86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521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1D98-2965-44DF-A178-13FBBE6F2FC1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36C1-E9BF-4761-903A-333B7D86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754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1D98-2965-44DF-A178-13FBBE6F2FC1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36C1-E9BF-4761-903A-333B7D86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768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1D98-2965-44DF-A178-13FBBE6F2FC1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36C1-E9BF-4761-903A-333B7D86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29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1D98-2965-44DF-A178-13FBBE6F2FC1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36C1-E9BF-4761-903A-333B7D86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769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1D98-2965-44DF-A178-13FBBE6F2FC1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36C1-E9BF-4761-903A-333B7D86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186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1D98-2965-44DF-A178-13FBBE6F2FC1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36C1-E9BF-4761-903A-333B7D86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538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1D98-2965-44DF-A178-13FBBE6F2FC1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36C1-E9BF-4761-903A-333B7D86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624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1D98-2965-44DF-A178-13FBBE6F2FC1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36C1-E9BF-4761-903A-333B7D86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88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1D98-2965-44DF-A178-13FBBE6F2FC1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36C1-E9BF-4761-903A-333B7D86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374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1D98-2965-44DF-A178-13FBBE6F2FC1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36C1-E9BF-4761-903A-333B7D8679B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394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1D98-2965-44DF-A178-13FBBE6F2FC1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36C1-E9BF-4761-903A-333B7D86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435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1D98-2965-44DF-A178-13FBBE6F2FC1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36C1-E9BF-4761-903A-333B7D8679B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8890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1D98-2965-44DF-A178-13FBBE6F2FC1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36C1-E9BF-4761-903A-333B7D86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85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1D98-2965-44DF-A178-13FBBE6F2FC1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36C1-E9BF-4761-903A-333B7D86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020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1D98-2965-44DF-A178-13FBBE6F2FC1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36C1-E9BF-4761-903A-333B7D86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8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3F91D98-2965-44DF-A178-13FBBE6F2FC1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D6C36C1-E9BF-4761-903A-333B7D86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76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09862E-48F9-45AC-8D44-67A0268A7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97986E7-0E3C-4F64-886E-935DDCB83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773033" y="1420238"/>
            <a:ext cx="4415786" cy="4751961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03D17F-F79E-40E5-9563-A1CFFCC06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A5D5775-627F-4588-82B3-905EDF231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D7F2A20-5DE4-4BC0-91EA-5FFE33A4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536BA0-56C7-429C-B41E-B5724F0CD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F15726F-71BE-4007-B9B6-0A1AA0D52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1EB1A1A-B4AE-4C64-866C-45D8A88D2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1" y="685799"/>
            <a:ext cx="8420877" cy="2971801"/>
          </a:xfrm>
        </p:spPr>
        <p:txBody>
          <a:bodyPr>
            <a:normAutofit/>
          </a:bodyPr>
          <a:lstStyle/>
          <a:p>
            <a:r>
              <a:rPr lang="en-US" dirty="0"/>
              <a:t>G00dF00d CTF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1B5F23-98A0-463D-9BB5-506D7E05F0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>
            <a:normAutofit/>
          </a:bodyPr>
          <a:lstStyle/>
          <a:p>
            <a:endParaRPr lang="en-US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822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E016F5-5879-4CD5-926D-C3B9E8D6A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3B4F6-57B4-444F-A3DA-0460C6824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068511"/>
            <a:ext cx="8534400" cy="36152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High School CTF based around providing an enjoyable experience for new players and introducing more creative categories</a:t>
            </a:r>
          </a:p>
        </p:txBody>
      </p:sp>
    </p:spTree>
    <p:extLst>
      <p:ext uri="{BB962C8B-B14F-4D97-AF65-F5344CB8AC3E}">
        <p14:creationId xmlns:p14="http://schemas.microsoft.com/office/powerpoint/2010/main" val="2638098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33AC40-3D45-4422-9C56-2098D89D5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n-US" dirty="0"/>
              <a:t>Team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21073-298A-44E9-8940-DD5E48860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068511"/>
            <a:ext cx="8534400" cy="36152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Maximus Novak </a:t>
            </a:r>
          </a:p>
        </p:txBody>
      </p:sp>
    </p:spTree>
    <p:extLst>
      <p:ext uri="{BB962C8B-B14F-4D97-AF65-F5344CB8AC3E}">
        <p14:creationId xmlns:p14="http://schemas.microsoft.com/office/powerpoint/2010/main" val="257216825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23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Century Gothic</vt:lpstr>
      <vt:lpstr>Wingdings 3</vt:lpstr>
      <vt:lpstr>Slice</vt:lpstr>
      <vt:lpstr>G00dF00d CTF</vt:lpstr>
      <vt:lpstr>Summary</vt:lpstr>
      <vt:lpstr>Team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G00dF00d CTF</dc:title>
  <dc:creator>Novak, Maximus</dc:creator>
  <cp:lastModifiedBy>Novak, Maximus</cp:lastModifiedBy>
  <cp:revision>2</cp:revision>
  <dcterms:created xsi:type="dcterms:W3CDTF">2019-06-18T21:44:49Z</dcterms:created>
  <dcterms:modified xsi:type="dcterms:W3CDTF">2019-06-18T23:21:10Z</dcterms:modified>
</cp:coreProperties>
</file>